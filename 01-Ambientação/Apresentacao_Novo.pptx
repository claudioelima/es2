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344" r:id="rId5"/>
    <p:sldId id="368" r:id="rId6"/>
    <p:sldId id="356" r:id="rId7"/>
    <p:sldId id="345" r:id="rId8"/>
    <p:sldId id="362" r:id="rId9"/>
    <p:sldId id="357" r:id="rId10"/>
    <p:sldId id="370" r:id="rId11"/>
    <p:sldId id="363" r:id="rId12"/>
    <p:sldId id="262" r:id="rId13"/>
  </p:sldIdLst>
  <p:sldSz cx="9144000" cy="5143500" type="screen16x9"/>
  <p:notesSz cx="6858000" cy="9144000"/>
  <p:custDataLst>
    <p:tags r:id="rId15"/>
  </p:custDataLst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CA51A-B9D2-1A75-BF52-95C554B8A297}" v="9" dt="2024-08-13T13:21:51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23/02/2026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20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64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65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8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56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23/02/2026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23/02/2026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23/02/2026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23/02/2026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23/02/2026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23/02/2026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23/02/2026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23/02/2026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23/02/2026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23/02/2026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IwScsdaGNax_8ATBFDR_xufv976uZ2txTGbgsCv63NA/edit?usp=sharing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/>
              <a:t>Análise e Desenvolvimento de Sistemas</a:t>
            </a:r>
          </a:p>
          <a:p>
            <a:r>
              <a:rPr lang="en-US"/>
              <a:t>Prof. Claudio Lima - http://lattes.cnpq.br/</a:t>
            </a:r>
            <a:r>
              <a:rPr lang="pt-BR"/>
              <a:t>9330552327454666</a:t>
            </a:r>
            <a:r>
              <a:rPr lang="en-US"/>
              <a:t> </a:t>
            </a:r>
          </a:p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907704" y="2343150"/>
            <a:ext cx="6931496" cy="2038350"/>
          </a:xfrm>
        </p:spPr>
        <p:txBody>
          <a:bodyPr/>
          <a:lstStyle/>
          <a:p>
            <a:r>
              <a:rPr lang="pt-BR"/>
              <a:t>ENGENHARIA DE SOFTWARE </a:t>
            </a:r>
            <a:r>
              <a:rPr lang="pt-BR" err="1"/>
              <a:t>ii</a:t>
            </a:r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77869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1" y="844153"/>
            <a:ext cx="8208963" cy="3556397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</a:pPr>
            <a:endParaRPr lang="pt-BR" altLang="pt-BR" sz="3600"/>
          </a:p>
          <a:p>
            <a:pPr marL="0" indent="0" algn="l" rtl="0" fontAlgn="base">
              <a:buNone/>
            </a:pPr>
            <a:r>
              <a:rPr lang="pt-BR" sz="2400" b="1" i="0" u="none" strike="noStrike">
                <a:solidFill>
                  <a:srgbClr val="FF0000"/>
                </a:solidFill>
                <a:effectLst/>
                <a:latin typeface="Söhne"/>
              </a:rPr>
              <a:t>Para nos conhecermos melhor, gostaria de fazer algumas perguntas:</a:t>
            </a:r>
            <a:r>
              <a:rPr lang="en-US" sz="2400" b="0" i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en-US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400" b="1" i="0" u="none" strike="noStrike">
                <a:solidFill>
                  <a:srgbClr val="0D0D0D"/>
                </a:solidFill>
                <a:effectLst/>
                <a:latin typeface="Söhne"/>
              </a:rPr>
              <a:t>Qual é o seu nome?</a:t>
            </a:r>
            <a:r>
              <a:rPr lang="pt-BR" sz="2400" b="0" i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400" b="1" i="0" u="none" strike="noStrike">
                <a:solidFill>
                  <a:srgbClr val="0D0D0D"/>
                </a:solidFill>
                <a:effectLst/>
                <a:latin typeface="Söhne"/>
              </a:rPr>
              <a:t>De onde você é?</a:t>
            </a:r>
            <a:r>
              <a:rPr lang="pt-BR" sz="2400" b="0" i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400" b="1" i="0" u="none" strike="noStrike">
                <a:solidFill>
                  <a:srgbClr val="0D0D0D"/>
                </a:solidFill>
                <a:effectLst/>
                <a:latin typeface="Söhne"/>
              </a:rPr>
              <a:t>Qual é a sua ocupação/profissão?</a:t>
            </a:r>
            <a:r>
              <a:rPr lang="pt-BR" sz="2400" b="0" i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400" b="1" i="0" u="none" strike="noStrike">
                <a:solidFill>
                  <a:srgbClr val="0D0D0D"/>
                </a:solidFill>
                <a:effectLst/>
                <a:latin typeface="Söhne"/>
              </a:rPr>
              <a:t>Quais são as suas expectativas para este semestre?</a:t>
            </a:r>
            <a:r>
              <a:rPr lang="pt-BR" sz="2400" b="0" i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400" b="1" i="0" u="none" strike="noStrike">
                <a:solidFill>
                  <a:srgbClr val="0D0D0D"/>
                </a:solidFill>
                <a:effectLst/>
                <a:latin typeface="Söhne"/>
              </a:rPr>
              <a:t>Quais são os seus hobbies ou interesses pessoais?</a:t>
            </a:r>
            <a:endParaRPr lang="pt-BR" sz="20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pt-BR" altLang="pt-BR" sz="3600"/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altLang="pt-BR"/>
              <a:t>Apresentação dos Alunos</a:t>
            </a:r>
          </a:p>
        </p:txBody>
      </p:sp>
    </p:spTree>
    <p:extLst>
      <p:ext uri="{BB962C8B-B14F-4D97-AF65-F5344CB8AC3E}">
        <p14:creationId xmlns:p14="http://schemas.microsoft.com/office/powerpoint/2010/main" val="626188212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Objetivo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609600" y="1347614"/>
            <a:ext cx="7776864" cy="2520280"/>
          </a:xfrm>
        </p:spPr>
        <p:txBody>
          <a:bodyPr anchor="ctr">
            <a:normAutofit/>
          </a:bodyPr>
          <a:lstStyle/>
          <a:p>
            <a:pPr marL="274320" lvl="1" algn="just"/>
            <a:r>
              <a:rPr lang="pt-BR"/>
              <a:t>A Engenharia de Software visa aplicar princípios de engenharia para o desenvolvimento sistemático e eficiente de software, garantindo sua qualidade, confiabilidade, e eficácia ao longo de todo o ciclo de vida do produto.</a:t>
            </a:r>
          </a:p>
        </p:txBody>
      </p:sp>
    </p:spTree>
    <p:extLst>
      <p:ext uri="{BB962C8B-B14F-4D97-AF65-F5344CB8AC3E}">
        <p14:creationId xmlns:p14="http://schemas.microsoft.com/office/powerpoint/2010/main" val="39877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914806" cy="3268624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pt-BR"/>
              <a:t>Aulas expositivas;</a:t>
            </a:r>
          </a:p>
          <a:p>
            <a:r>
              <a:rPr lang="pt-BR"/>
              <a:t>Mídias;</a:t>
            </a:r>
          </a:p>
          <a:p>
            <a:r>
              <a:rPr lang="pt-BR"/>
              <a:t>Pesquisas;</a:t>
            </a:r>
          </a:p>
          <a:p>
            <a:r>
              <a:rPr lang="pt-BR"/>
              <a:t>Aprendizagem Baseado a Projeto </a:t>
            </a:r>
            <a:r>
              <a:rPr lang="pt-BR" b="1"/>
              <a:t>Real</a:t>
            </a:r>
            <a:r>
              <a:rPr lang="pt-BR"/>
              <a:t> (</a:t>
            </a:r>
            <a:r>
              <a:rPr lang="pt-BR" b="1"/>
              <a:t>R</a:t>
            </a:r>
            <a:r>
              <a:rPr lang="pt-BR"/>
              <a:t>PBL).</a:t>
            </a:r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err="1"/>
              <a:t>Carga</a:t>
            </a:r>
            <a:r>
              <a:rPr lang="en-US"/>
              <a:t> </a:t>
            </a:r>
            <a:r>
              <a:rPr lang="en-US" err="1"/>
              <a:t>Horária</a:t>
            </a:r>
            <a:r>
              <a:rPr lang="en-US"/>
              <a:t> da </a:t>
            </a:r>
            <a:r>
              <a:rPr lang="en-US" err="1"/>
              <a:t>Disciplina</a:t>
            </a:r>
            <a:endParaRPr lang="pt-BR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err="1"/>
              <a:t>Carga</a:t>
            </a:r>
            <a:r>
              <a:rPr lang="en-US" altLang="pt-BR" b="1"/>
              <a:t> </a:t>
            </a:r>
            <a:r>
              <a:rPr lang="en-US" altLang="pt-BR" b="1" err="1"/>
              <a:t>Horária</a:t>
            </a:r>
            <a:r>
              <a:rPr lang="en-US" altLang="pt-BR" b="1"/>
              <a:t> </a:t>
            </a:r>
            <a:r>
              <a:rPr lang="en-US" altLang="pt-BR" b="1" err="1"/>
              <a:t>Semanal</a:t>
            </a:r>
            <a:endParaRPr lang="en-US" altLang="pt-BR" b="1"/>
          </a:p>
          <a:p>
            <a:pPr lvl="1"/>
            <a:r>
              <a:rPr lang="en-US" altLang="pt-BR"/>
              <a:t>04 horas/aula</a:t>
            </a:r>
          </a:p>
          <a:p>
            <a:pPr lvl="2"/>
            <a:r>
              <a:rPr lang="en-US" altLang="pt-BR"/>
              <a:t>02 </a:t>
            </a:r>
            <a:r>
              <a:rPr lang="en-US" altLang="pt-BR" err="1"/>
              <a:t>teóricas</a:t>
            </a:r>
            <a:endParaRPr lang="en-US" altLang="pt-BR"/>
          </a:p>
          <a:p>
            <a:pPr lvl="2"/>
            <a:r>
              <a:rPr lang="en-US" altLang="pt-BR"/>
              <a:t>02 </a:t>
            </a:r>
            <a:r>
              <a:rPr lang="en-US" altLang="pt-BR" err="1"/>
              <a:t>práticas</a:t>
            </a:r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ESII &gt;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disciplina </a:t>
            </a:r>
            <a:r>
              <a:rPr lang="pt-BR" sz="2000" b="1" dirty="0"/>
              <a:t>ESII</a:t>
            </a:r>
            <a:r>
              <a:rPr lang="pt-BR" sz="2000" dirty="0"/>
              <a:t> 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</a:t>
            </a:r>
            <a:r>
              <a:rPr lang="pt-BR" sz="2000" dirty="0"/>
              <a:t> ao longo do semestre.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FINAL.</a:t>
            </a:r>
            <a:endParaRPr lang="pt-BR" sz="2000" dirty="0"/>
          </a:p>
          <a:p>
            <a:pPr marL="0" lvl="1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410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A4ADF-62E1-FCB9-2F06-AB54FA04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Temas para AAI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BD4BB7-92D9-C419-923F-879B10CA5B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8426896" cy="2803375"/>
          </a:xfrm>
        </p:spPr>
        <p:txBody>
          <a:bodyPr/>
          <a:lstStyle/>
          <a:p>
            <a:pPr marL="0" indent="0">
              <a:buNone/>
            </a:pPr>
            <a:r>
              <a:rPr lang="pt-BR">
                <a:hlinkClick r:id="rId2"/>
              </a:rPr>
              <a:t>https://docs.google.com/spreadsheets/d/1IwScsdaGNax_8ATBFDR_xufv976uZ2txTGbgsCv63NA/edit?usp=sharing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52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1975DB-D8AB-438A-8F01-CA21C51A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/>
              <a:t>Bibliografia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466769-46F1-4B53-8844-2DB6432A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pt-BR" altLang="pt-BR"/>
              <a:t>PRESSMAN, Roger S. Engenharia de Software: uma abordagem profissional. 8. ed. Porto Alegre: AMGH, 2016.</a:t>
            </a:r>
          </a:p>
          <a:p>
            <a:pPr eaLnBrk="1" hangingPunct="1"/>
            <a:r>
              <a:rPr lang="pt-BR" altLang="pt-BR"/>
              <a:t>SOMMERVILLE, Ian. Engenharia de Software. 10. ed. São Paulo: Pearson, 2011.</a:t>
            </a:r>
          </a:p>
          <a:p>
            <a:pPr eaLnBrk="1" hangingPunct="1"/>
            <a:r>
              <a:rPr lang="pt-BR" altLang="pt-BR"/>
              <a:t>BECK, Kent. Extreme </a:t>
            </a:r>
            <a:r>
              <a:rPr lang="pt-BR" altLang="pt-BR" err="1"/>
              <a:t>Programming</a:t>
            </a:r>
            <a:r>
              <a:rPr lang="pt-BR" altLang="pt-BR"/>
              <a:t> </a:t>
            </a:r>
            <a:r>
              <a:rPr lang="pt-BR" altLang="pt-BR" err="1"/>
              <a:t>Explained</a:t>
            </a:r>
            <a:r>
              <a:rPr lang="pt-BR" altLang="pt-BR"/>
              <a:t>: Embrace </a:t>
            </a:r>
            <a:r>
              <a:rPr lang="pt-BR" altLang="pt-BR" err="1"/>
              <a:t>Change</a:t>
            </a:r>
            <a:r>
              <a:rPr lang="pt-BR" altLang="pt-BR"/>
              <a:t>. 2nd ed. Addison-Wesley Professional, 2004.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1.2"/>
  <p:tag name="ISPRING_ULTRA_SCORM_COURSE_ID" val="45DFFF0F-68C0-4848-8046-6D470C2856F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z\uFFFD{82BE2ACE-D23C-4CED-B923-4A63B851B90E}&quot;,&quot;E:\\bkp\\Desktop\\FATEC\\Presencial\\SI\\1ªSemana&quot;]]"/>
  <p:tag name="ISPRING_SCORM_RATE_SLIDES" val="0"/>
  <p:tag name="ISPRING_SCORM_PASSING_SCORE" val="0.000000"/>
  <p:tag name="ISPRING_CURRENT_PLAYER_ID" val="universal"/>
  <p:tag name="ISPRING_PRESENTATION_TITLE" val="SI_Apresentacao_Novo"/>
  <p:tag name="ISPRING_FIRST_PUBLISH" val="1"/>
  <p:tag name="ISPRING_PRESENTATION_COURSE_TITLE" val="SI_Apresentacao_Novo"/>
  <p:tag name="ISPRING_PLAYERS_CUSTOMIZATION_2" val="UEsDBBQAAgAIAOIO1E4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AQoEVQkEkmJSgFAAD2EwAAHQAAAHVuaXZlcnNhbC9jb21tb25fbWVzc2FnZXMubG5nrVj/bts2EP6/QN+BEFBgA7q0HdBgGBIXtMTEQmTJFemk2TAIjMTYRCTR1Q8n3l97mj3YnmRHSnbttoGkpEAcmJLvuyP5fXdHnnx4yFK0FkUpVX5qvTt6ayGRxyqR+eLUmrOzX36zUFnxPOGpysWplSsLfRi9fHGS8nxR84WA7y9fIHSSibKEYTnSoy9jJJNTazaOxti+iFgQ4dksGs8ZC/zIw2PiWaMxj+9O3rQ/f8TaDqYz7F9HXnAeRGP33BrZKlvxfIM8tVA//Xp8/PDu/fHPg2DoFHveIRAySO/f9gDyWRh4EaARL/LJJ2aN9P9hdsGcea5PrFH7ZZj1LCSX1kj/77SbhyHxWUQ91yGRSyM/YGYtPMKIY42uVY2WfC1QpdBaintULQWwoJKFQGUqE/MiVvAgr0WXMyeYYtePQkJZ6NrMDXxrRFVRbF4bWF5XS1WAuxIlsuQ3qUiMT+Cbeb8qRAmueQV8RPBXLSX8UmVc5kfdrq98L8COIdmUUIrPYXHZblKAdAB/L6slvEuEeg0u7vNU8QTdFgIAA4r4apXKuPmlpKtCRzhL+aYzihBfuf45kD3waER8Z/vEGpE8QU7B9WQHooSYkhAACl6K4gm2keG6MUc4TYchTNzziQcfpkOYyMUyhU81NI4ZASbMRN5lBUwlIXCc0qsgdPSigSvE0YqX5b0qkgOW7u9nF7Dr2wEIwWZ74ExjbIGBHxJyX1GIuOoGgyix4XerK5gqEDBiJhloSWV1WYFsslUqKmGilXoqPDaUuhG3CvSVCr5uuA/ejdg6ae7huW9PojHbpVCP13m87GkH4vyuPvbVUANN9jnfGVOLFo2DT5BdIBkGQyyCC8iBF0MsrgmFRSa0y8bHl+45NrsEeW+blLZJL+Y6x6QbxOMY7DSb1lLVJTzRSwKpyexIeTTMDSUf58BiF3uP5NYGFehgRgu5FhBHkYii0xGke5s4WlQf5+4f0Rl2PeJ8h3p8g3JVIZ6seR4LIFvM9Z5u4F0iE/NO0974/1zLvxGv2lT/qq0SvkM+vRoaz0FheUQRvKpEtqq6XOsFa8N/ShRa4o+G0GfqT/NPbeLj0A1+zM6UMqvTpgI9e392kQ3do84gnrlS/XfrR0dCm1JDoGHRxRF6jLS/1US7HbuBroiJ6G/n+mdgM2vqFhQ2N79V/a39oAXwFXoqBp3AGpvIKbQ6GVSh/raXMOuD8C91wehvf0XG1GVQda7ETSmrTs9Gz73rq5Hz0wvrXs96UGyYyzwI2QfARdsPliiVGcSf9MCcT8l2BZoScTCTK1WniZF/Ku9MmYC1rTPxbTd8W6jMPE15uaV/U6Y+PCeKZnJh43Q2oJ/aKbj3/uwJ+Om7RAkOoY2xsW/r3sfWak97GoF89FJ4jG5bJ9BRxqt4CeX4VtV50hOoOYI55AwDWDtnKnjR3YW1AF+F0TxF7dPfB4Hojg6SKNmB/emrSpR/DQbR09hh0ObgJx6qTiCGx4cBmEEfq/bgu7XreQ5mLnD5hxwweVPiMpXBo6NuvyCVdusxY9ieTEFN1IhH1QW0kEMQtuSxg3kIB7RWhzYAQTvAZJUKRB64Vs8Q1CkOLyDPmiOXNZry4g6SNFMqHRSb2UAtjmrYnL7caNRVKvNBkT+vROoJM3cWYccx1zuwknB6v2s6ggSOj3F7z5OqRW8we4J9qAFf4YlEVkMBQ0J21zf6isJcB3iK63u2//75t8velN1thoUk1oy/pLD1t1V4NyrNDd3Jm70Lu/8BUEsDBBQAAgAIABCgRVA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EKBFULRB3DeXAwAA3hAAACcAAAB1bml2ZXJzYWwvZmxhc2hfcHVibGlzaGluZ19zZXR0aW5ncy54bWztWM1yGkcQvvMUU5vy0axky7GjWlA5sFQoS0BpN7Z1Ug07Azul+dnMDxif/DR+sDxJenYAQyTbK9skqkoOFGxP99ffdPd075CcvRMcLag2TMlOdNw+ihCVhSJMzjvR7/ng8YsIGYslwVxJ2omkitBZt5VUbsqZKTNqLagaBDDSnFa2E5XWVqdxvFwu28xU2q8q7izgm3ahRFxpaqi0VMcVxyv4squKmmiN0AAAPkLJtVm31UIoCUgXijhOESPAXDK/KcwHHJsyioPaFBc3c62cJD3FlUZ6Pu1EP/XS/nH/6UYnQPWZoNLHxHRB6MX2FBPCPAvMM/aeopKyeQl0n59EaMmILTvRkxOPAtrxbZQaO2wde5SeghhIu4YX1GKCLQ6PwZ+l76zZCIKIrCQWrMhhBfn9d6J+fv3b1SS9PB+OXl3n4/F5PpwEErVNvI+TxPuOEiCknC7o1k+CrcVFCbzBZoa5oUm8K9qoMZ9BXFi2gJjQv9GcOc4zV1VK267VjtY0doVbep+BSWZK7u3dP6Op4pDamhRUqZhSMsKC7iQ7u2FyAJrHEZpBnPiqE40rKlGGJRQYs5izYgtg3NRYZuvCGqy1X2qGOQI8OAEUXWTRJwphZ0WJtaG71DYrxqe16L5RjhO0Ug5xdkORVQhC7AT8KinazT+aaSVqKVSoRYYz8LhgdEnJWR2vNeDnHF2BC+HAEo5DxakNHv5w7D2a0pnSgEvxAg4PyJkJ+O17AVfYmE+geMPxUXY+7KfXw1E/ffvIbxCTBZbFPcGhpqio7EHw8QpJZTd2EI4CO0PrpBBG6rUme2t/exq2ZQ15/kHZ2MM3TDiOfyT8NiA70AdM+WG83CfxX2XQ2G2JF/VB94e3hoYjziAlARMWCmhJTK7bYAPAAkukJF8hXEBnNr5tLJhyBiShQQRo8+0Mgz2Uaf00h/YJHjWhuhHk0fGTpyfPfn7+4pfTdvznh4+Pv2i0nlkTjr27MLR6X5xat2wHSgtfPWTHfjjK08uXvXz4ephfXefp23wfoOZ0u10nsR8ld08WP6oe7GCZXKavmyRnBJFoVBdp1ghu3ERr/KqJ1mWYhJOdKdiIAnS2eTip0Ns4Ewwq4WB1+g/V2ne/xYRiPUytPeTAfe8h/a/G7WG/Nh8ocll6Mfx1fN7//8z+WxEMT9vr5959M4nvvBD7FcEkExBW/56yvUV3n50cwQ32zqVWC9D2/5Potv4CUEsDBBQAAgAIABCgRVB05KDgcQMAAKUMAAAhAAAAdW5pdmVyc2FsL2ZsYXNoX3NraW5fc2V0dGluZ3MueG1slVfbbuIwEH3vVyD2vWwpu2ylFInbStV2KSqId0MGsHDsyHbo8vc7viRxICm0UaX6zJzx3K1G6kB56whSUcGf29324K7VijaZlMD1EpKUEQ0tGj+35+/TxXS2HC5f3mbtjlMTTMgFaE35ThkkxyxhnWkt+P1GcI227rmQCWHtwbff9ifqWM1rLIGu3crZkg2U1/zo/hpNbqL4O3qj/mT81ETYiCQl/PQqduJ+TTaHnRQZj41rj+Zrou1PKUhG+eGqR4wq/aIhqfg0fZh2p93bKKkEpcC49DQZdoc/r7IYWQMrou/3fvWGN3LKqz4vzBntSBXVltbv9h/7vSZaSnZQTfJ4OnmYPDbrc7RercqnfjmChn/6auQ4ACeQXzIu0iz9So+kUuxMQs84ffNd5TBBYhw/JEyezHeVYAIyF11tSMVojGUQMnat+N18TcpNufR/hksiMrMtBZubIpxtD9MhawYDLTOIOvnJydRefLxlGocJBlvCFCqEUKk0xwjnJFO5mSpW6r3DB+VxaMsjpcpKsCyBsXM4MFfFS/3xeGQXS2i0wAIPJRw9GLhYgqXmDPN6oRmApebClOuNs9OlB+ciR8o7YkR8OT/PP0qBEzzGXpqfcqm56dXMuQpc9UCuk4gYBraxljQBU7eoYzHnUufCp4iTI90Rja/TX6O3PtlgVNQ5E/heq++sSFPNoK7hNiKTCp1B8cpH6xNXI3EU93SooX6Frc61q2BZFfNehKWw52qve+mx7pIice7c0vicPLcTIg8gl0Iw1W55Ho4gJt09zJcMs7DxOQX5wrci4Ni7m0hcaFC3Kgs3hreqE63JZp+gT00hFDl1pa2vYOSvrSstz5I1yCl2BAWVZ7kKOsU93e0Z/uoVhQ+IzxgNUkfVe7THCS16PgB8EwCRm30+Ee7gJEnGNGVwhHyxBIANuSm2SOEE1EVsGqzalgFyU0/6PVT2SnU/BXiN/grdqhg+k9zQ9pqslY2sslXyFV/6Uln6+ao07RpuSXv2vVQxjPK6DGKtKukkmRYLTaT2RsuzD54cYchpYpcQCoLraySOw4RIfVqsME/DBV66YJ6uwljRljWSJopZtYNuHcVKzvfsEgd0sJUA4Y614F3wCvyB01oQGc8KlcqzUCN2bIwRX067snHZJ6mOOgHkilOUAf/Gf08G/wFQSwMEFAACAAgAEKBFUPXJWbuQAwAAaBAAACYAAAB1bml2ZXJzYWwvaHRtbF9wdWJsaXNoaW5nX3NldHRpbmdzLnhtbO1Y3XISSRS+5ym6ZstLGaNZdVMDKRcmJZUEqMysa65SzXTDdNk/Y/+AeOXT+GD7JHt6GhAMZieuuGuVF1SY0+d85+/rc5gkp+8ER3OqDVOyEx21H0WIykIRJmed6I/87OHzCBmLJcFcSdqJpIrQabeVVG7CmSkzai2oGgQw0pxUthOV1lYncbxYLNrMVNqfKu4s4Jt2oURcaWqotFTHFcdL+GOXFTXRCqEBAHyEkiuzbquFUBKQLhVxnCJGIHLJfFKYv7SCR3HQmuDizUwrJ0lPcaWRnk060S+9tH/Uf7LWCUh9Jqj0JTFdEHqxPcGEMB8E5hl7T1FJ2ayEaJ8dR2jBiC070eNjjwLa8W2UGjtkjj1KT0EJpF3BC2oxwRaHx+DP0nfWrAVBRJYSC1bkcIJ8+p2on9+8vB6nVxeD4flNPhpd5INxCKK2iXdxknjXUQIBKacLuvGTYGtxUULcYDPF3NAk3hat1ZhvIC4sm0NN6GdhTh3nmasqpW3XakfrMLaFm/C+AJNMldzJ3T+jieLQ2TooIKmYUDLEAmowPpMRmkJh+LITjSoqUYYlEIpZzFmxsTBuYiyzNZHOVtovNMMcAVmA8RRdZtEnnyGVosTa0O1Y1ifG97Ho/qkcJ2ipHOLsDUVWIaipE/CtpGi74WiqlailHBuLDGfgcc7ogpLTukArwC85ugYXwoEl0L/i1AYPbx17jyZ0qjTgUjyHywJyZgJ++17AFTbmEyhex/gguxj005vBsJ++fuATxGSOZXFPcCARFZU9CD5eIqns2g7KUWBnaN0Uwkh91iS39te3YcNj6PM36sYOvmHCcfwt4TcF2YI+YMsP4+U+jf/HCBq7LfG8vuj+8tbQcMUZtCRgwkEB04rJ1dxrAFhgiZTkS4QLGMXGj405U86AJAyIAG2+PsJgDzStn2awG8GjJlQ3gnx09PjJ8a9Pnz3/7aQd//Xh48M7jVZLasyxdxe2VO/ONXXL9kxp4dlDtuwHwzy9etHLB68G+fVNnr7OdwHqmG6P6yT2u2P/KvG76fNNMvnvVsn4Kn3VpB1DyL0RE9KsEdyoidbovInWVdh946291ygEmGWzcDdhmnEmGPT+YMz8Tuza+0OF3UmvQMjDsOv/XKq9F/FnqRqzyuybWiijgnmj7zS+DlS1LL0c/D666B+0fKxZ/X5A0v3b8oWnzfvjzgtjEu99o22BfPe/A93W31BLAwQUAAIACAAQoEVQDlqI6bEBAABuBgAAHwAAAHVuaXZlcnNhbC9odG1sX3NraW5fc2V0dGluZ3MuanONlFFPwjAQx9/5FGS+GiIDHfiGDhMTH0zkzfjQjWMsdL2mLVM0fnfXIdB1N6V9Wf/79X+923pfvX41gjTo3/a/6ud6/dxc1xpYzagtXDZ13qEXVg80z5ewyAvguYDAQ8rD1qP8fSIo40DUpsnuxdpqxy9A+2bFuHZxSVgoQtPU5pIA3wntg9r8eRR7Tl77nJxCJ1tjUAxSFAaEGQhUBauZ4OKhHm6KHowlqH/QFUuhYXodTu7iTvLkOL6L4vupy6VYSCZ2T5jhIGHpJlO4Fcvf+CM7XXq9k6CqT77pCstzbR4NFH7g+XAezsNuUirQGn7jTuNZOLshYc4S4G5C0Xgynv2BNozbBfXoMte5OdBRGI2isUtLlkGrSvfzeBiPmpiovFrVbAXfcwY+TFcykrMdqHOsUG7lGR9QKsxsRdpoZCeJcmTLXGR7Lp7aSXL2sNa269+oe8YgQbU8/hVXdrpMqxiNa4beNVtTV7To6i8+qAnQNFrXIa724j5RdpwSBREDCY3qaCXda4zfa+z6tcqbqQ2oBSKvGmg/YMawdF1UHaU6/ZvbGciDpmen5B+r9/0DUEsDBBQAAgAIABCgRVBy/NGBZwAAAGsAAAAcAAAAdW5pdmVyc2FsL2xvY2FsX3NldHRpbmdzLnhtbA3MOwrDQAxF0d6rEOqdT+fCY3cpgyHOAoT9CAaNFGZESHaf6W5xuOP8zUoflHq4Jb6eLkywzffDXomf660fmGqI7aJuSGzONE/dqL6JPhDRYKW3yg9lRW4RuEtucimosJBoZz5P3R9QSwMEFAACAAgAEaBFUDpno9o4DAAAmxkAABcAAAB1bml2ZXJzYWwvdW5pdmVyc2FsLnBuZ+2Ze1RTV7rAD1ofIypaH6AVYrHtSOVRalMUMFEvFNACEqYq71EkKCFESCOYkMSxi4saIIWhKhLCWF6iQioxQUhIfIxk5JVBSGISHsUAMW8DeUBCkgm205m77lp3rfnr/sMfZ5/f3mfv7/v29529z7fXuXosJmLdmu1rAABYFxUZBgOA5T4AsIy8eqWz5dzJIj/nzQUNizgMtA7sUDgr72Ueij4EAA/IrgunVjjrvzsfmYAGgPXPFi8XHurOGQDY9llU2KE/FKRqRsfvZZsTeLmOkOe91/Jh7E3GTyo3ozc+We3yREJK3YH8S339yjxB6urDnxq9N5y7HPThZGM9OOva7/KOReHWH+r5G3001tL/OgTBv59A5//+9zT3UDWlCozgp+7Fya1js+mObhcA2Hkl0ln+eGWzE6/9x0jZ4gMqfPunwG6P9JLAbgpYHhzidAIQ87GzvLTb2znFK95LuIRLuIRLuIRLuIRLuIRLuIT/b2h+3+eX84oHWhlaOPeW+UlM/vF657Elufr/Oup4+nALFu49Q6DsoonYNCv5GajQOu6WNt9LvFrbScXgVViRcRVQ8L5dW+uQw6Nhs7hxi0jR+XzkQJpVy0eVTbTb7VA3qHVuSFqH4yS6E+QRblBWNLy2lxKE91U9Sm3TQvbAIHadw/aU+F8CI422HPgZIniKZX4ZeINPJs70SusKO699cLtgtFnGAnvzr1XeFYi3zP0YjfcEAHOD16Gqlqg+SDxpAm177gahanvVIRhK+749MOp1yUhexErgVU/81Vaozi6VSevwt8SQPgycRPfOMEVx7ywHzqeFClQWtDaeA7d+JqryC1tzXmciLF+PKnOpn43sMfJ2+XTQiyJdtALG+KU6k6Y/8NIX3lOWXbC8TNfyZSP3rAW/9N3oIwKVV4QkXan0xBsGI4qhuAm+m47rGJLGa02lqAVB/9RXKM58bJB13iJyTMI5DhtohPpsbOyivIZfhsHvQJFA9rcgCGud3YLi4Ocm/xybw59nMzQxo7yXakLcDduY2W6i20rNJAnTf0guEIHRogvG/Uqs0Mi5/r+tqBk+rXNzvCG7pdmUOlDKTv9v+oYzrmfpE27DXLslIpRdiKrdAqG05tCChRiK6pFoGWf4NAfVe2vNTfFTPJIVb37w7aLaFrzBnlVt2dHQmr/i65rUtFj8WBVDk5XGcEhQSLQfXcdDrD34fnmebeM7P4mj/OZ6JKgHN5RBwqbQI3kDkP0po3DGbhB+Kp9gpkds6pbC1xYn9pm9CUgWY1a4g5U2nME72YLMknZyMF0RRowR3/a6UQvNR54AIaotkrA1jzlhPcaI+smBrd4ZmfL3wgOu6GBcjZd7kzqd6aGToi6ECHclNuSQyqoZGuFAElpNeMBWFxxQyc4uSD498+lBraS1P0Y6pLbqty///gw/cpu7zDhOR3JKdsGYfIYuPil0MDIh2Mg+MJ0Idx2qsmguQBlno23MwnkpwRSYVEIm2ac0+1xL3oXirIbwAAyTNEt/Fdna3L6VWsNhQi99hAvvyScY3l4gOxwXtHJ2Kc4msCZeEg6Pb26ubQHLIEpdh+FLcFd014cvHqXYcCOtTZAIpMhB7VqvB43bJqfZXY7XOM3sDjo++XOZPoWAxCcjqiFIjYcwV0UMMH/j0M4qCQIHPru716u6s7+7/S3NKs5mtSx6XZx9KngvpH/6pmXdXF7cCwKcpM8d5LI9dbtgQq17WnekAvSS55+vNmx32hl2xO/bCLn/jFWugPnFhHyixHrt9f9pTzIcGzeCWsEtjOAlrm0PxJpupqeNB76zRk6jEUNpZASo9har7JSnrm3kBEgaTNSYsmQZokZtbN0BB6BYDA+9SAHj/gUbbfuqK/W78z1DT141nv7j/G6BDy1qWwsyXwmRpJhJLbSoc005N973MX6Xv9AyUJDqYEEHVu584VU+QydDu0alE9Pl34u/RAyR3mA/qttaL/PuiLmH7A5HoeLljPUkTnZKU+fXsQHZuD+NWjWK9iu03tImXWBUOUzpYbyIT84sz1N7HN934XsDx/I5BluTNnTjA1DGB2ZRra5ymyPLQW0fXDS1KexIgD9ZcbDZZighxZviSSYIk3FSF7Fd+XDNf5f9lXDiPiwwrj0uQZqjYVextO4Yu8c3eJAPBrsqLoWrx/hhUlQP25gpuIryNnjH6Fzul0DUQIqvf5N7U0bhpIyiCDc8KtACiufoFL5QOvzQHmyxlJC0uZaNf+5slSm6VqdCnrbxfHdN+C962DZvlak33tUXjGLWIiyDpRLRXOV9cd1ZXg4L3diKIpZ9PnbC37k59QxklV88cWz4NMO9dC/jWOqA5PUPGuWFO0U4T5lln/+rPQCcx40Bgcr3MVMSQlCKVmt48+M3NszuHzrHGA4Iiu0m5IZ8LWQiGOO547hqPNR0XzGbCcpc/v1khXNh1GaoOFh9KKmScAbO/LtnbBKkAsYdpDm022hJ0JkhV2Ui0O5XjhEZRPl3xRD/KvuCcfdLp6XBNPKEL0xYdiq6OEU3+6ruLF2a01ti9elV0TOYG3wed936H5qKUgNMvQ9WKH2cEU5UC4lkkoVwJr3joGdp7KhyhQlWMyY1DJGxt8fIa5JnwPf754yU00zy0UYo0fM7e+LRohSQSNLYDp3yEPqmkb5VM7xlyKAQB0Xx2ae4UA3i3bYsNqfzb0GIpsWw+F+tPDo2iKCIvTkm0cY4tC/sOs1PscI0Y9wsw9xz+G8JN+oIw9PbY413o65V6scZP+tkwaRKRvrJIZrunEwDjnH6P8Qx3MyHQqYQ5HyL5HA9YM4y2V7RG/m1eMq6gxWJBwcIx2uCcQtwlnv/FteunakQTVbH3zVF3/ol8pBWQ+7ggWrC5jsmqes4IlRwr5HLie835b4wyHWR20Auiojj8PK2C2t5eIMpw3S2Z4YpDcZX/9DlZXRqorx55gYNZZskiOJVbl6FOcqHwW77+tXWB5n9eSy9LBuoGF6WZ6Irh5uLbHNSTerq2r294YZsuOto6kMq63HrtvH+e76gcjHaogoRZINu9KnnTHU7bdgKNPkUqL2sqEwQjO/QeJW/FDX7PjNUiA/Xj9xeVn96snp8YXpC0z4OYTvs1trqoLEC2dvXpICx7F3Hf85xbvviEuju3t/WbkM5bC9n4PYOHPLpgyq/H2/sTXojlCsOKpvsvsSv2qcus7Z21BE22sD/nHlfme5zf54MLQpUz/JOepjb2Z4BpZX6uOo2OZJRFJmgfzNYVw00b0iIl2LuDxOX8/o5IHK07bEG1E2fJdekOndycmSzQoSptCAt+7kKqlMnOvu2lEZqrn1hvFXE2vpKZkA5VG29syaK3RIDlvI+Ri/OPCojFILgnS9M+dsMOLSLy/GzGI56N2gjbHeixdaNNOcSu3YjjTA/rUhuwhoFJ9wCugwvJ/QyXnfoD7OKJq7dhSlQW3ORylVyNRELRliXR7adqB/m/5WgPLbf5K0MkIUqIue9+XOvFzqJNZu4TX1bY7+AUSdHGqg935BLKKoi99R9bPMYbmgFNTD2WbLzLSoodVmUcVP2S06RF3bgMox2KOFucYhqVXT/3PVLmpb2sWD2TM+eoec1/zbGG9YK9f4437m+IkIdC7PFxW5Q0Id0ubyUv84PUyWn4nI6H+2dPnfzqB+3uBUMRP32FZ26klmLN5m4BCSz9lZDJvUi/NeOGluoSDwsB/5d9JXN6dPoZoStYSK3Ox/mErnzX4/6qFqBbh1kYAbjQ9VmUE0dw+Ax8BnKVMg48NGG3xKRXUpNcWYABUR0DbUikV3nx6Qbqpsumo7pnhNKHadEEJ754qrID/8llW3VsoKIGfZkTFWnL3Bw06+CKFt8zPrLIuvN+LQ/JD3JFaVVgwTMpKcrgYLOUZ5Kz1E7Uzg8jyvMaQ36Z/aH+mmxLy2gWdTItltU7U19B7CGN/BqseokAMCJ3Y/VQUlbnz7VE6aHMeaXCeV5Gnf2GI9i/VFyrQyLPxJt22JpICSerAk4BlxK55hGa2NFn0zPzOtjCRdxlbHmL+4jhuQjGPOb+5E+IuwTFb7v44C7Le6D0IK3P0+3XOU1D8EDfloFeNhe62kLJoK8OeIY870jVm+ac1gFJn//u18GrVGLGXhc2BoA2BD+H+Dk+TmoV8Yml6KwTT85G4Go8Jiw1sN/vPwPUEsDBBQAAgAIABGgRVBknszgSwAAAGoAAAAbAAAAdW5pdmVyc2FsL3VuaXZlcnNhbC5wbmcueG1ss7GvyM1RKEstKs7Mz7NVMtQzULK34+WyKShKLctMLVeoAIoBBSFASaESyDVCcMszU0oybJXMLUwRYhmpmekZJbZKphaWcEF9oJEAUEsBAgAAFAACAAgA4g7UTjZhWAJHAwAA4QkAABQAAAAAAAAAAQAAAAAAAAAAAHVuaXZlcnNhbC9wbGF5ZXIueG1sUEsBAgAAFAACAAgAEKBFUJBJJiUoBQAA9hMAAB0AAAAAAAAAAQAAAAAAeQMAAHVuaXZlcnNhbC9jb21tb25fbWVzc2FnZXMubG5nUEsBAgAAFAACAAgAEKBFUBUeYBujAAAAfwEAAC4AAAAAAAAAAQAAAAAA3AgAAHVuaXZlcnNhbC9wbGF5YmFja19hbmRfbmF2aWdhdGlvbl9zZXR0aW5ncy54bWxQSwECAAAUAAIACAAQoEVQtEHcN5cDAADeEAAAJwAAAAAAAAABAAAAAADLCQAAdW5pdmVyc2FsL2ZsYXNoX3B1Ymxpc2hpbmdfc2V0dGluZ3MueG1sUEsBAgAAFAACAAgAEKBFUHTkoOBxAwAApQwAACEAAAAAAAAAAQAAAAAApw0AAHVuaXZlcnNhbC9mbGFzaF9za2luX3NldHRpbmdzLnhtbFBLAQIAABQAAgAIABCgRVD1yVm7kAMAAGgQAAAmAAAAAAAAAAEAAAAAAFcRAAB1bml2ZXJzYWwvaHRtbF9wdWJsaXNoaW5nX3NldHRpbmdzLnhtbFBLAQIAABQAAgAIABCgRVAOWojpsQEAAG4GAAAfAAAAAAAAAAEAAAAAACsVAAB1bml2ZXJzYWwvaHRtbF9za2luX3NldHRpbmdzLmpzUEsBAgAAFAACAAgAEKBFUHL80YFnAAAAawAAABwAAAAAAAAAAQAAAAAAGRcAAHVuaXZlcnNhbC9sb2NhbF9zZXR0aW5ncy54bWxQSwECAAAUAAIACAARoEVQOmej2jgMAACbGQAAFwAAAAAAAAAAAAAAAAC6FwAAdW5pdmVyc2FsL3VuaXZlcnNhbC5wbmdQSwECAAAUAAIACAARoEVQZJ7M4EsAAABqAAAAGwAAAAAAAAABAAAAAAAnJAAAdW5pdmVyc2FsL3VuaXZlcnNhbC5wbmcueG1sUEsFBgAAAAAKAAoABgMAAKskAAAAAA=="/>
  <p:tag name="ISPRING_PUBLISH_SETTINGS" val="{&quot;commonSettings&quot;:{&quot;webSettings&quot;:{&quot;useMobileViewer&quot;:&quot;T_FALSE&quot;,&quot;format&quot;:&quot;OF_VIDEO&quot;},&quot;lmsSettings&quot;:{&quot;useMobileViewer&quot;:&quot;T_TRU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RESOURCE_FOLDER" val="E:\bkp\Desktop\FATEC\Presencial\SI\1ªSemana\SI_Apresentacao_Novo\"/>
  <p:tag name="ISPRING_PRESENTATION_PATH" val="E:\bkp\Desktop\FATEC\Presencial\SI\1ªSemana\SI_Apresentacao_Novo.pptx"/>
  <p:tag name="ISPRING_PROJECT_VERSION" val="9.3"/>
  <p:tag name="ISPRING_PROJECT_FOLDER_UPDATED" val="1"/>
  <p:tag name="ISPRING_SCREEN_RECS_UPDATED" val="E:\bkp\Desktop\FATEC\Presencial\SI\1ªSemana\SI_Apresentacao_Novo\"/>
  <p:tag name="ISPRING_UUID" val="{54750CA5-4FA8-42D2-B086-D4589E898D4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5024B7AD0B0F468F190967F796CBCB" ma:contentTypeVersion="10" ma:contentTypeDescription="Create a new document." ma:contentTypeScope="" ma:versionID="8d1795b80d94978a6b9ebf9800d8004a">
  <xsd:schema xmlns:xsd="http://www.w3.org/2001/XMLSchema" xmlns:xs="http://www.w3.org/2001/XMLSchema" xmlns:p="http://schemas.microsoft.com/office/2006/metadata/properties" xmlns:ns2="c6054a7d-51b1-49f3-9e06-a7ae8a3c5f42" xmlns:ns3="d3c1bce3-700c-4e6c-a510-f5406f49553c" targetNamespace="http://schemas.microsoft.com/office/2006/metadata/properties" ma:root="true" ma:fieldsID="0977d38c7a4f1cbc1064f792fda33d60" ns2:_="" ns3:_="">
    <xsd:import namespace="c6054a7d-51b1-49f3-9e06-a7ae8a3c5f42"/>
    <xsd:import namespace="d3c1bce3-700c-4e6c-a510-f5406f4955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54a7d-51b1-49f3-9e06-a7ae8a3c5f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c1bce3-700c-4e6c-a510-f5406f49553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c56571-b97a-47fc-a0dc-c4759e08ba27}" ma:internalName="TaxCatchAll" ma:showField="CatchAllData" ma:web="d3c1bce3-700c-4e6c-a510-f5406f4955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c1bce3-700c-4e6c-a510-f5406f49553c" xsi:nil="true"/>
    <lcf76f155ced4ddcb4097134ff3c332f xmlns="c6054a7d-51b1-49f3-9e06-a7ae8a3c5f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C0B0FF-F380-45BB-8068-5AA54BEFFD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054a7d-51b1-49f3-9e06-a7ae8a3c5f42"/>
    <ds:schemaRef ds:uri="d3c1bce3-700c-4e6c-a510-f5406f4955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47A4CC-DC6F-4665-96AB-791774E04C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E686C-9E9C-49BF-B15E-0FB8E857A1CE}">
  <ds:schemaRefs>
    <ds:schemaRef ds:uri="0f31304e-709d-431c-aa73-cac4030e17e0"/>
    <ds:schemaRef ds:uri="2b4986ee-5ddf-4f64-82a4-7d70231ab854"/>
    <ds:schemaRef ds:uri="521f1144-14b3-4018-80f3-acaa253b8b95"/>
    <ds:schemaRef ds:uri="534e2611-c986-42e7-a7a7-88eb02e3de6d"/>
    <ds:schemaRef ds:uri="8f9605a2-03d2-4d40-8c9b-f78d160c45f0"/>
    <ds:schemaRef ds:uri="a7b211ed-222e-439e-9e4f-dfeac8c44ce5"/>
    <ds:schemaRef ds:uri="c9bd0c77-24ac-4861-855b-79d97260e403"/>
    <ds:schemaRef ds:uri="f08e0081-496e-43bd-9d2f-023ddafd89c0"/>
    <ds:schemaRef ds:uri="http://schemas.microsoft.com/office/2006/metadata/properties"/>
    <ds:schemaRef ds:uri="http://schemas.microsoft.com/office/infopath/2007/PartnerControls"/>
    <ds:schemaRef ds:uri="52c25937-b90f-4292-ad71-ef14e3126deb"/>
    <ds:schemaRef ds:uri="936f35b7-25d8-4881-a979-13938a11481e"/>
    <ds:schemaRef ds:uri="d3c1bce3-700c-4e6c-a510-f5406f49553c"/>
    <ds:schemaRef ds:uri="c6054a7d-51b1-49f3-9e06-a7ae8a3c5f4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406</Words>
  <Application>Microsoft Office PowerPoint</Application>
  <PresentationFormat>Apresentação na tela (16:9)</PresentationFormat>
  <Paragraphs>58</Paragraphs>
  <Slides>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Söhne</vt:lpstr>
      <vt:lpstr>Tw Cen MT</vt:lpstr>
      <vt:lpstr>Wingdings</vt:lpstr>
      <vt:lpstr>Wingdings 2</vt:lpstr>
      <vt:lpstr>Apresentação em Tela Larga</vt:lpstr>
      <vt:lpstr>ENGENHARIA DE SOFTWARE ii</vt:lpstr>
      <vt:lpstr>Apresentação do PowerPoint</vt:lpstr>
      <vt:lpstr>Apresentação do PowerPoint</vt:lpstr>
      <vt:lpstr>Objetivo</vt:lpstr>
      <vt:lpstr>Metodologia</vt:lpstr>
      <vt:lpstr>Carga Horária da Disciplina</vt:lpstr>
      <vt:lpstr>Critério de Avaliação</vt:lpstr>
      <vt:lpstr>Temas para AAI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SI_Apresentacao_Novo</dc:title>
  <dc:creator/>
  <cp:revision>1</cp:revision>
  <dcterms:created xsi:type="dcterms:W3CDTF">2012-07-30T18:40:18Z</dcterms:created>
  <dcterms:modified xsi:type="dcterms:W3CDTF">2026-02-23T11:09:03Z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0x010100DE5024B7AD0B0F468F190967F796CBCB</vt:lpwstr>
  </property>
  <property fmtid="{D5CDD505-2E9C-101B-9397-08002B2CF9AE}" pid="5" name="MediaServiceImageTags">
    <vt:lpwstr/>
  </property>
</Properties>
</file>